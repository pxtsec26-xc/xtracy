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XTRACY — Cyber Intelligence &amp; Safety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Trace. Analyze. Protect.</a:t>
            </a:r>
          </a:p>
          <a:p>
            <a:r>
              <a:t>Academic Initiative: PXT sec26</a:t>
            </a:r>
          </a:p>
          <a:p>
            <a:r>
              <a:t>Team: Anshika Goswami, Harvi Patel, Dhruvi Solanki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Vision &amp;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Mission: A global threat should become a clear, personalized action for the individual.</a:t>
            </a:r>
          </a:p>
          <a:p>
            <a:r>
              <a:t>• Free public safety, cyber intelligence, women's safety &amp; emergency response network.</a:t>
            </a:r>
          </a:p>
          <a:p>
            <a:r>
              <a:t>• 3 Reading Modes: Beginner, Student, Professional.</a:t>
            </a:r>
          </a:p>
          <a:p>
            <a:r>
              <a:t>• Zero-Knowledge WebCrypto AES-GCM Client Encrypted Safe Vault.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Core Framework: Next.js 14 App Router (TypeScript, React 18)</a:t>
            </a:r>
          </a:p>
          <a:p>
            <a:r>
              <a:t>• Styling: Dark Intelligent Glass Grid Architecture (Tailwind CSS)</a:t>
            </a:r>
          </a:p>
          <a:p>
            <a:r>
              <a:t>• Database &amp; ORM: Prisma ORM PostgreSQL Schema + Local Memory Store Abstraction</a:t>
            </a:r>
          </a:p>
          <a:p>
            <a:r>
              <a:t>• Live Feeds: CISA Known Exploited Vulnerabilities (KEV) Catalog</a:t>
            </a:r>
          </a:p>
          <a:p>
            <a:r>
              <a:t>• Emergency Helplines: One-tap direct access to 112, 181, 100, 1930.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&amp; Production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Generated Routes: 51 Routes (27 Frontend Pages + 24 Backend API Handlers)</a:t>
            </a:r>
          </a:p>
          <a:p>
            <a:r>
              <a:t>• Compilation Error Count: 0 Build Errors (✓ Compiled Successfully)</a:t>
            </a:r>
          </a:p>
          <a:p>
            <a:r>
              <a:t>• PWA Readiness: Offline Service Worker caching 112/181/100/1930 emergency cards</a:t>
            </a:r>
          </a:p>
          <a:p>
            <a:r>
              <a:t>• Privacy Center: User data breakdown and one-click data wipe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